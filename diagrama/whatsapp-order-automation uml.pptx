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6002000" cy="113157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iq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ov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sli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6B57D78-3035-46DB-9FB8-6011C52C9C11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No external sources. Diagram content and the Visual Paradigm-style reference were supplied by the user.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99920" y="451440"/>
            <a:ext cx="14401440" cy="188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</a:pP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799920" y="2647800"/>
            <a:ext cx="14401440" cy="656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h-package-frame"/>
          <p:cNvSpPr/>
          <p:nvPr/>
        </p:nvSpPr>
        <p:spPr>
          <a:xfrm>
            <a:off x="285840" y="1085760"/>
            <a:ext cx="4952520" cy="9848520"/>
          </a:xfrm>
          <a:prstGeom prst="rect">
            <a:avLst/>
          </a:prstGeom>
          <a:noFill/>
          <a:ln w="9525">
            <a:solidFill>
              <a:srgbClr val="8A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auth-package-tab"/>
          <p:cNvSpPr/>
          <p:nvPr/>
        </p:nvSpPr>
        <p:spPr>
          <a:xfrm>
            <a:off x="285840" y="838080"/>
            <a:ext cx="1618920" cy="256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auth-package-label"/>
          <p:cNvSpPr/>
          <p:nvPr/>
        </p:nvSpPr>
        <p:spPr>
          <a:xfrm>
            <a:off x="343080" y="857160"/>
            <a:ext cx="15044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pt-BR" sz="1280" b="1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django.contrib.auth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ystem-package-frame"/>
          <p:cNvSpPr/>
          <p:nvPr/>
        </p:nvSpPr>
        <p:spPr>
          <a:xfrm>
            <a:off x="5448240" y="1085760"/>
            <a:ext cx="10267560" cy="9848520"/>
          </a:xfrm>
          <a:prstGeom prst="rect">
            <a:avLst/>
          </a:prstGeom>
          <a:noFill/>
          <a:ln w="9525">
            <a:solidFill>
              <a:srgbClr val="8A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ystem-package-tab"/>
          <p:cNvSpPr/>
          <p:nvPr/>
        </p:nvSpPr>
        <p:spPr>
          <a:xfrm>
            <a:off x="5448240" y="838080"/>
            <a:ext cx="875880" cy="256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ystem-package-label"/>
          <p:cNvSpPr/>
          <p:nvPr/>
        </p:nvSpPr>
        <p:spPr>
          <a:xfrm>
            <a:off x="5505480" y="857160"/>
            <a:ext cx="7617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>
              <a:lnSpc>
                <a:spcPct val="100000"/>
              </a:lnSpc>
            </a:pPr>
            <a:r>
              <a:rPr lang="pt-BR" sz="1280" b="1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sist</a:t>
            </a:r>
            <a:r>
              <a:rPr lang="pt-BR" sz="1280" b="1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ema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User-class"/>
          <p:cNvSpPr/>
          <p:nvPr/>
        </p:nvSpPr>
        <p:spPr>
          <a:xfrm>
            <a:off x="809640" y="1666800"/>
            <a:ext cx="3714480" cy="2923920"/>
          </a:xfrm>
          <a:prstGeom prst="rect">
            <a:avLst/>
          </a:prstGeom>
          <a:solidFill>
            <a:srgbClr val="78C5E8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roup-class"/>
          <p:cNvSpPr/>
          <p:nvPr/>
        </p:nvSpPr>
        <p:spPr>
          <a:xfrm>
            <a:off x="571680" y="6667560"/>
            <a:ext cx="1904760" cy="1114200"/>
          </a:xfrm>
          <a:prstGeom prst="rect">
            <a:avLst/>
          </a:prstGeom>
          <a:solidFill>
            <a:srgbClr val="78C5E8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ermission-class"/>
          <p:cNvSpPr/>
          <p:nvPr/>
        </p:nvSpPr>
        <p:spPr>
          <a:xfrm>
            <a:off x="3143160" y="6667560"/>
            <a:ext cx="1904760" cy="1294920"/>
          </a:xfrm>
          <a:prstGeom prst="rect">
            <a:avLst/>
          </a:prstGeom>
          <a:solidFill>
            <a:srgbClr val="78C5E8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Empresa-class"/>
          <p:cNvSpPr/>
          <p:nvPr/>
        </p:nvSpPr>
        <p:spPr>
          <a:xfrm>
            <a:off x="9429840" y="1428840"/>
            <a:ext cx="3428640" cy="1837800"/>
          </a:xfrm>
          <a:prstGeom prst="rect">
            <a:avLst/>
          </a:prstGeom>
          <a:solidFill>
            <a:srgbClr val="78C5E8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Categoria-class"/>
          <p:cNvSpPr/>
          <p:nvPr/>
        </p:nvSpPr>
        <p:spPr>
          <a:xfrm>
            <a:off x="5905440" y="4191120"/>
            <a:ext cx="2952360" cy="1657080"/>
          </a:xfrm>
          <a:prstGeom prst="rect">
            <a:avLst/>
          </a:prstGeom>
          <a:solidFill>
            <a:srgbClr val="78C5E8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Cliente-class"/>
          <p:cNvSpPr/>
          <p:nvPr/>
        </p:nvSpPr>
        <p:spPr>
          <a:xfrm>
            <a:off x="12668400" y="4191120"/>
            <a:ext cx="2666520" cy="1837800"/>
          </a:xfrm>
          <a:prstGeom prst="rect">
            <a:avLst/>
          </a:prstGeom>
          <a:solidFill>
            <a:srgbClr val="78C5E8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roduto-class"/>
          <p:cNvSpPr/>
          <p:nvPr/>
        </p:nvSpPr>
        <p:spPr>
          <a:xfrm>
            <a:off x="5905440" y="7620120"/>
            <a:ext cx="2857320" cy="2018880"/>
          </a:xfrm>
          <a:prstGeom prst="rect">
            <a:avLst/>
          </a:prstGeom>
          <a:solidFill>
            <a:srgbClr val="78C5E8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ItemPedido-class"/>
          <p:cNvSpPr/>
          <p:nvPr/>
        </p:nvSpPr>
        <p:spPr>
          <a:xfrm>
            <a:off x="9620280" y="7810560"/>
            <a:ext cx="3142800" cy="1657080"/>
          </a:xfrm>
          <a:prstGeom prst="rect">
            <a:avLst/>
          </a:prstGeom>
          <a:solidFill>
            <a:srgbClr val="78C5E8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edido-class"/>
          <p:cNvSpPr/>
          <p:nvPr/>
        </p:nvSpPr>
        <p:spPr>
          <a:xfrm>
            <a:off x="13239720" y="7429680"/>
            <a:ext cx="2285640" cy="2199960"/>
          </a:xfrm>
          <a:prstGeom prst="rect">
            <a:avLst/>
          </a:prstGeom>
          <a:solidFill>
            <a:srgbClr val="78C5E8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" name=""/>
          <p:cNvCxnSpPr>
            <a:stCxn id="16" idx="2"/>
            <a:endCxn id="17" idx="0"/>
          </p:cNvCxnSpPr>
          <p:nvPr/>
        </p:nvCxnSpPr>
        <p:spPr>
          <a:xfrm rot="5400000">
            <a:off x="1056960" y="5057640"/>
            <a:ext cx="2077200" cy="1143000"/>
          </a:xfrm>
          <a:prstGeom prst="bentConnector3">
            <a:avLst>
              <a:gd name="adj1" fmla="val 50008"/>
            </a:avLst>
          </a:prstGeom>
          <a:ln w="13335">
            <a:solidFill>
              <a:srgbClr val="303030"/>
            </a:solidFill>
            <a:round/>
          </a:ln>
        </p:spPr>
      </p:cxnSp>
      <p:cxnSp>
        <p:nvCxnSpPr>
          <p:cNvPr id="26" name=""/>
          <p:cNvCxnSpPr>
            <a:stCxn id="16" idx="2"/>
            <a:endCxn id="18" idx="0"/>
          </p:cNvCxnSpPr>
          <p:nvPr/>
        </p:nvCxnSpPr>
        <p:spPr>
          <a:xfrm flipH="1" rot="16200000">
            <a:off x="2342880" y="4914360"/>
            <a:ext cx="2077200" cy="1429200"/>
          </a:xfrm>
          <a:prstGeom prst="bentConnector3">
            <a:avLst>
              <a:gd name="adj1" fmla="val 50008"/>
            </a:avLst>
          </a:prstGeom>
          <a:ln w="13335">
            <a:solidFill>
              <a:srgbClr val="303030"/>
            </a:solidFill>
            <a:round/>
          </a:ln>
        </p:spPr>
      </p:cxnSp>
      <p:cxnSp>
        <p:nvCxnSpPr>
          <p:cNvPr id="27" name=""/>
          <p:cNvCxnSpPr>
            <a:stCxn id="17" idx="2"/>
            <a:endCxn id="18" idx="2"/>
          </p:cNvCxnSpPr>
          <p:nvPr/>
        </p:nvCxnSpPr>
        <p:spPr>
          <a:xfrm flipH="1" rot="16200000">
            <a:off x="2719440" y="6586200"/>
            <a:ext cx="181080" cy="2571840"/>
          </a:xfrm>
          <a:prstGeom prst="bentConnector3">
            <a:avLst>
              <a:gd name="adj1" fmla="val 100000"/>
            </a:avLst>
          </a:prstGeom>
          <a:ln w="13335">
            <a:solidFill>
              <a:srgbClr val="303030"/>
            </a:solidFill>
            <a:round/>
          </a:ln>
        </p:spPr>
      </p:cxnSp>
      <p:cxnSp>
        <p:nvCxnSpPr>
          <p:cNvPr id="28" name=""/>
          <p:cNvCxnSpPr>
            <a:stCxn id="16" idx="3"/>
            <a:endCxn id="19" idx="1"/>
          </p:cNvCxnSpPr>
          <p:nvPr/>
        </p:nvCxnSpPr>
        <p:spPr>
          <a:xfrm flipV="1">
            <a:off x="4524120" y="2347920"/>
            <a:ext cx="4906080" cy="781200"/>
          </a:xfrm>
          <a:prstGeom prst="bentConnector3">
            <a:avLst>
              <a:gd name="adj1" fmla="val 50003"/>
            </a:avLst>
          </a:prstGeom>
          <a:ln w="13335">
            <a:solidFill>
              <a:srgbClr val="303030"/>
            </a:solidFill>
            <a:round/>
          </a:ln>
        </p:spPr>
      </p:cxnSp>
      <p:cxnSp>
        <p:nvCxnSpPr>
          <p:cNvPr id="29" name=""/>
          <p:cNvCxnSpPr>
            <a:stCxn id="19" idx="2"/>
            <a:endCxn id="20" idx="0"/>
          </p:cNvCxnSpPr>
          <p:nvPr/>
        </p:nvCxnSpPr>
        <p:spPr>
          <a:xfrm rot="5400000">
            <a:off x="8800560" y="1847880"/>
            <a:ext cx="924840" cy="3762720"/>
          </a:xfrm>
          <a:prstGeom prst="bentConnector3">
            <a:avLst>
              <a:gd name="adj1" fmla="val 50000"/>
            </a:avLst>
          </a:prstGeom>
          <a:ln w="13335">
            <a:solidFill>
              <a:srgbClr val="303030"/>
            </a:solidFill>
            <a:round/>
          </a:ln>
        </p:spPr>
      </p:cxnSp>
      <p:cxnSp>
        <p:nvCxnSpPr>
          <p:cNvPr id="30" name=""/>
          <p:cNvCxnSpPr>
            <a:stCxn id="19" idx="2"/>
            <a:endCxn id="21" idx="0"/>
          </p:cNvCxnSpPr>
          <p:nvPr/>
        </p:nvCxnSpPr>
        <p:spPr>
          <a:xfrm flipH="1" rot="16200000">
            <a:off x="12110760" y="2300040"/>
            <a:ext cx="924840" cy="2858040"/>
          </a:xfrm>
          <a:prstGeom prst="bentConnector3">
            <a:avLst>
              <a:gd name="adj1" fmla="val 50000"/>
            </a:avLst>
          </a:prstGeom>
          <a:ln w="13335">
            <a:solidFill>
              <a:srgbClr val="303030"/>
            </a:solidFill>
            <a:round/>
          </a:ln>
        </p:spPr>
      </p:cxnSp>
      <p:cxnSp>
        <p:nvCxnSpPr>
          <p:cNvPr id="31" name=""/>
          <p:cNvCxnSpPr>
            <a:stCxn id="20" idx="2"/>
            <a:endCxn id="22" idx="0"/>
          </p:cNvCxnSpPr>
          <p:nvPr/>
        </p:nvCxnSpPr>
        <p:spPr>
          <a:xfrm rot="5400000">
            <a:off x="6472080" y="6710400"/>
            <a:ext cx="1772280" cy="47880"/>
          </a:xfrm>
          <a:prstGeom prst="bentConnector3">
            <a:avLst>
              <a:gd name="adj1" fmla="val 50000"/>
            </a:avLst>
          </a:prstGeom>
          <a:ln w="13335">
            <a:solidFill>
              <a:srgbClr val="303030"/>
            </a:solidFill>
            <a:round/>
          </a:ln>
        </p:spPr>
      </p:cxnSp>
      <p:cxnSp>
        <p:nvCxnSpPr>
          <p:cNvPr id="32" name=""/>
          <p:cNvCxnSpPr>
            <a:stCxn id="21" idx="2"/>
            <a:endCxn id="24" idx="0"/>
          </p:cNvCxnSpPr>
          <p:nvPr/>
        </p:nvCxnSpPr>
        <p:spPr>
          <a:xfrm flipH="1" rot="16200000">
            <a:off x="13492080" y="6538680"/>
            <a:ext cx="1401120" cy="381240"/>
          </a:xfrm>
          <a:prstGeom prst="bentConnector3">
            <a:avLst>
              <a:gd name="adj1" fmla="val 50012"/>
            </a:avLst>
          </a:prstGeom>
          <a:ln w="13335">
            <a:solidFill>
              <a:srgbClr val="303030"/>
            </a:solidFill>
            <a:round/>
          </a:ln>
        </p:spPr>
      </p:cxnSp>
      <p:cxnSp>
        <p:nvCxnSpPr>
          <p:cNvPr id="33" name=""/>
          <p:cNvCxnSpPr>
            <a:stCxn id="22" idx="2"/>
            <a:endCxn id="23" idx="2"/>
          </p:cNvCxnSpPr>
          <p:nvPr/>
        </p:nvCxnSpPr>
        <p:spPr>
          <a:xfrm flipH="1" flipV="1" rot="5400000">
            <a:off x="9177120" y="7624800"/>
            <a:ext cx="171720" cy="3857760"/>
          </a:xfrm>
          <a:prstGeom prst="bentConnector3">
            <a:avLst>
              <a:gd name="adj1" fmla="val 0"/>
            </a:avLst>
          </a:prstGeom>
          <a:ln w="13335">
            <a:solidFill>
              <a:srgbClr val="303030"/>
            </a:solidFill>
            <a:round/>
          </a:ln>
        </p:spPr>
      </p:cxnSp>
      <p:cxnSp>
        <p:nvCxnSpPr>
          <p:cNvPr id="34" name=""/>
          <p:cNvCxnSpPr>
            <a:stCxn id="24" idx="0"/>
            <a:endCxn id="23" idx="0"/>
          </p:cNvCxnSpPr>
          <p:nvPr/>
        </p:nvCxnSpPr>
        <p:spPr>
          <a:xfrm rot="5400000">
            <a:off x="12596760" y="6024600"/>
            <a:ext cx="381240" cy="3191400"/>
          </a:xfrm>
          <a:prstGeom prst="bentConnector3">
            <a:avLst>
              <a:gd name="adj1" fmla="val 0"/>
            </a:avLst>
          </a:prstGeom>
          <a:ln w="13335">
            <a:solidFill>
              <a:srgbClr val="303030"/>
            </a:solidFill>
            <a:round/>
          </a:ln>
        </p:spPr>
      </p:cxnSp>
      <p:sp>
        <p:nvSpPr>
          <p:cNvPr id="35" name="User-header"/>
          <p:cNvSpPr/>
          <p:nvPr/>
        </p:nvSpPr>
        <p:spPr>
          <a:xfrm>
            <a:off x="809640" y="1666800"/>
            <a:ext cx="3714480" cy="304560"/>
          </a:xfrm>
          <a:prstGeom prst="rect">
            <a:avLst/>
          </a:prstGeom>
          <a:solidFill>
            <a:srgbClr val="69BDE3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tIns="9360" rIns="38160" bIns="936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User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User-attributes"/>
          <p:cNvSpPr/>
          <p:nvPr/>
        </p:nvSpPr>
        <p:spPr>
          <a:xfrm>
            <a:off x="857160" y="2019240"/>
            <a:ext cx="3619080" cy="16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id : AutoField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username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password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email : EmailField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is_active : BooleanField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is_staff : BooleanField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is_superuser : BooleanField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last_login : DateTimeField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date_joined : DateTimeField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User-method-divider"/>
          <p:cNvSpPr/>
          <p:nvPr/>
        </p:nvSpPr>
        <p:spPr>
          <a:xfrm>
            <a:off x="809280" y="3733560"/>
            <a:ext cx="3714840" cy="360"/>
          </a:xfrm>
          <a:prstGeom prst="line">
            <a:avLst/>
          </a:prstGeom>
          <a:ln w="10478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User-methods"/>
          <p:cNvSpPr/>
          <p:nvPr/>
        </p:nvSpPr>
        <p:spPr>
          <a:xfrm>
            <a:off x="857160" y="3781440"/>
            <a:ext cx="361908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check_password()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set_password()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has_perm()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has_perms()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roup-header"/>
          <p:cNvSpPr/>
          <p:nvPr/>
        </p:nvSpPr>
        <p:spPr>
          <a:xfrm>
            <a:off x="571680" y="6667560"/>
            <a:ext cx="1904760" cy="304560"/>
          </a:xfrm>
          <a:prstGeom prst="rect">
            <a:avLst/>
          </a:prstGeom>
          <a:solidFill>
            <a:srgbClr val="69BDE3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tIns="9360" rIns="38160" bIns="936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Group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roup-attributes"/>
          <p:cNvSpPr/>
          <p:nvPr/>
        </p:nvSpPr>
        <p:spPr>
          <a:xfrm>
            <a:off x="619200" y="7020000"/>
            <a:ext cx="18093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id : AutoField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name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roup-method-divider"/>
          <p:cNvSpPr/>
          <p:nvPr/>
        </p:nvSpPr>
        <p:spPr>
          <a:xfrm>
            <a:off x="571320" y="7467480"/>
            <a:ext cx="1905120" cy="360"/>
          </a:xfrm>
          <a:prstGeom prst="line">
            <a:avLst/>
          </a:prstGeom>
          <a:ln w="10478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Group-methods"/>
          <p:cNvSpPr/>
          <p:nvPr/>
        </p:nvSpPr>
        <p:spPr>
          <a:xfrm>
            <a:off x="619200" y="7515360"/>
            <a:ext cx="1809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__str__()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ermission-header"/>
          <p:cNvSpPr/>
          <p:nvPr/>
        </p:nvSpPr>
        <p:spPr>
          <a:xfrm>
            <a:off x="3143160" y="6667560"/>
            <a:ext cx="1904760" cy="304560"/>
          </a:xfrm>
          <a:prstGeom prst="rect">
            <a:avLst/>
          </a:prstGeom>
          <a:solidFill>
            <a:srgbClr val="69BDE3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tIns="9360" rIns="38160" bIns="936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Permission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ermission-attributes"/>
          <p:cNvSpPr/>
          <p:nvPr/>
        </p:nvSpPr>
        <p:spPr>
          <a:xfrm>
            <a:off x="3191040" y="7020000"/>
            <a:ext cx="180936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id : AutoField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name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codename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ermission-method-divider"/>
          <p:cNvSpPr/>
          <p:nvPr/>
        </p:nvSpPr>
        <p:spPr>
          <a:xfrm>
            <a:off x="3143160" y="7648560"/>
            <a:ext cx="1904760" cy="360"/>
          </a:xfrm>
          <a:prstGeom prst="line">
            <a:avLst/>
          </a:prstGeom>
          <a:ln w="10478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ermission-methods"/>
          <p:cNvSpPr/>
          <p:nvPr/>
        </p:nvSpPr>
        <p:spPr>
          <a:xfrm>
            <a:off x="3191040" y="7696080"/>
            <a:ext cx="18093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__str__()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Empresa-header"/>
          <p:cNvSpPr/>
          <p:nvPr/>
        </p:nvSpPr>
        <p:spPr>
          <a:xfrm>
            <a:off x="9429840" y="1428840"/>
            <a:ext cx="3428640" cy="304560"/>
          </a:xfrm>
          <a:prstGeom prst="rect">
            <a:avLst/>
          </a:prstGeom>
          <a:solidFill>
            <a:srgbClr val="69BDE3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tIns="9360" rIns="38160" bIns="936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Empresa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Empresa-attributes"/>
          <p:cNvSpPr/>
          <p:nvPr/>
        </p:nvSpPr>
        <p:spPr>
          <a:xfrm>
            <a:off x="9477360" y="1781280"/>
            <a:ext cx="3333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id : AutoField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user : OneToOneField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nome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telefone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endereco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instrucoes_atendimento : TextField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Empresa-method-divider"/>
          <p:cNvSpPr/>
          <p:nvPr/>
        </p:nvSpPr>
        <p:spPr>
          <a:xfrm>
            <a:off x="9429480" y="2952720"/>
            <a:ext cx="3429000" cy="360"/>
          </a:xfrm>
          <a:prstGeom prst="line">
            <a:avLst/>
          </a:prstGeom>
          <a:ln w="10478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Empresa-methods"/>
          <p:cNvSpPr/>
          <p:nvPr/>
        </p:nvSpPr>
        <p:spPr>
          <a:xfrm>
            <a:off x="9477360" y="3000240"/>
            <a:ext cx="33332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__str__()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Categoria-header"/>
          <p:cNvSpPr/>
          <p:nvPr/>
        </p:nvSpPr>
        <p:spPr>
          <a:xfrm>
            <a:off x="5905440" y="4191120"/>
            <a:ext cx="2952360" cy="304560"/>
          </a:xfrm>
          <a:prstGeom prst="rect">
            <a:avLst/>
          </a:prstGeom>
          <a:solidFill>
            <a:srgbClr val="69BDE3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tIns="9360" rIns="38160" bIns="936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Categoria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Categoria-attributes"/>
          <p:cNvSpPr/>
          <p:nvPr/>
        </p:nvSpPr>
        <p:spPr>
          <a:xfrm>
            <a:off x="5952960" y="4543560"/>
            <a:ext cx="2857320" cy="9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id : AutoField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empresa : ForeignKey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nome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descricao : TextField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ativo : BooleanField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Categoria-method-divider"/>
          <p:cNvSpPr/>
          <p:nvPr/>
        </p:nvSpPr>
        <p:spPr>
          <a:xfrm>
            <a:off x="5905440" y="5533920"/>
            <a:ext cx="2952720" cy="360"/>
          </a:xfrm>
          <a:prstGeom prst="line">
            <a:avLst/>
          </a:prstGeom>
          <a:ln w="10478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Categoria-methods"/>
          <p:cNvSpPr/>
          <p:nvPr/>
        </p:nvSpPr>
        <p:spPr>
          <a:xfrm>
            <a:off x="5952960" y="5581800"/>
            <a:ext cx="28573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__str__()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Cliente-header"/>
          <p:cNvSpPr/>
          <p:nvPr/>
        </p:nvSpPr>
        <p:spPr>
          <a:xfrm>
            <a:off x="12668400" y="4191120"/>
            <a:ext cx="2666520" cy="304560"/>
          </a:xfrm>
          <a:prstGeom prst="rect">
            <a:avLst/>
          </a:prstGeom>
          <a:solidFill>
            <a:srgbClr val="69BDE3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tIns="9360" rIns="38160" bIns="936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Cliente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Cliente-attributes"/>
          <p:cNvSpPr/>
          <p:nvPr/>
        </p:nvSpPr>
        <p:spPr>
          <a:xfrm>
            <a:off x="12715920" y="4543560"/>
            <a:ext cx="25714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id : AutoField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empresa : ForeignKey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nome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telefone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endereco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observacoes : TextField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Cliente-method-divider"/>
          <p:cNvSpPr/>
          <p:nvPr/>
        </p:nvSpPr>
        <p:spPr>
          <a:xfrm>
            <a:off x="12668040" y="5715000"/>
            <a:ext cx="2666880" cy="360"/>
          </a:xfrm>
          <a:prstGeom prst="line">
            <a:avLst/>
          </a:prstGeom>
          <a:ln w="10478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Cliente-methods"/>
          <p:cNvSpPr/>
          <p:nvPr/>
        </p:nvSpPr>
        <p:spPr>
          <a:xfrm>
            <a:off x="12715920" y="5762520"/>
            <a:ext cx="257148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__str__()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roduto-header"/>
          <p:cNvSpPr/>
          <p:nvPr/>
        </p:nvSpPr>
        <p:spPr>
          <a:xfrm>
            <a:off x="5905440" y="7620120"/>
            <a:ext cx="2857320" cy="304560"/>
          </a:xfrm>
          <a:prstGeom prst="rect">
            <a:avLst/>
          </a:prstGeom>
          <a:solidFill>
            <a:srgbClr val="69BDE3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tIns="9360" rIns="38160" bIns="936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Produto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roduto-attributes"/>
          <p:cNvSpPr/>
          <p:nvPr/>
        </p:nvSpPr>
        <p:spPr>
          <a:xfrm>
            <a:off x="5952960" y="7972560"/>
            <a:ext cx="276192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id : AutoField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categoria : ForeignKey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nome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descricao : TextField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preco : DecimalField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imagem : ImageField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ativo : BooleanField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roduto-method-divider"/>
          <p:cNvSpPr/>
          <p:nvPr/>
        </p:nvSpPr>
        <p:spPr>
          <a:xfrm>
            <a:off x="5905440" y="9324720"/>
            <a:ext cx="2857320" cy="360"/>
          </a:xfrm>
          <a:prstGeom prst="line">
            <a:avLst/>
          </a:prstGeom>
          <a:ln w="10478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roduto-methods"/>
          <p:cNvSpPr/>
          <p:nvPr/>
        </p:nvSpPr>
        <p:spPr>
          <a:xfrm>
            <a:off x="5952960" y="9372600"/>
            <a:ext cx="2761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__str__()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ItemPedido-header"/>
          <p:cNvSpPr/>
          <p:nvPr/>
        </p:nvSpPr>
        <p:spPr>
          <a:xfrm>
            <a:off x="9620280" y="7810560"/>
            <a:ext cx="3142800" cy="304560"/>
          </a:xfrm>
          <a:prstGeom prst="rect">
            <a:avLst/>
          </a:prstGeom>
          <a:solidFill>
            <a:srgbClr val="69BDE3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tIns="9360" rIns="38160" bIns="936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ItemPedido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ItemPedido-attributes"/>
          <p:cNvSpPr/>
          <p:nvPr/>
        </p:nvSpPr>
        <p:spPr>
          <a:xfrm>
            <a:off x="9667800" y="8163000"/>
            <a:ext cx="30477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id : AutoField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pedido : ForeignKey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produto : ForeignKey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quantidade : PositiveIntegerField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ItemPedido-method-divider"/>
          <p:cNvSpPr/>
          <p:nvPr/>
        </p:nvSpPr>
        <p:spPr>
          <a:xfrm>
            <a:off x="9619920" y="8972280"/>
            <a:ext cx="3143520" cy="360"/>
          </a:xfrm>
          <a:prstGeom prst="line">
            <a:avLst/>
          </a:prstGeom>
          <a:ln w="10478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ItemPedido-methods"/>
          <p:cNvSpPr/>
          <p:nvPr/>
        </p:nvSpPr>
        <p:spPr>
          <a:xfrm>
            <a:off x="9667800" y="9020160"/>
            <a:ext cx="3047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calcular_subtotal()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__str__()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edido-header"/>
          <p:cNvSpPr/>
          <p:nvPr/>
        </p:nvSpPr>
        <p:spPr>
          <a:xfrm>
            <a:off x="13239720" y="7429680"/>
            <a:ext cx="2285640" cy="304560"/>
          </a:xfrm>
          <a:prstGeom prst="rect">
            <a:avLst/>
          </a:prstGeom>
          <a:solidFill>
            <a:srgbClr val="69BDE3"/>
          </a:solidFill>
          <a:ln w="11906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tIns="9360" rIns="38160" bIns="936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Pedido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edido-attributes"/>
          <p:cNvSpPr/>
          <p:nvPr/>
        </p:nvSpPr>
        <p:spPr>
          <a:xfrm>
            <a:off x="13287240" y="7781760"/>
            <a:ext cx="219024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id : AutoField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cliente : ForeignKey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status : CharField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- criado_em : DateTimeField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edido-method-divider"/>
          <p:cNvSpPr/>
          <p:nvPr/>
        </p:nvSpPr>
        <p:spPr>
          <a:xfrm>
            <a:off x="13239720" y="8591400"/>
            <a:ext cx="2286000" cy="360"/>
          </a:xfrm>
          <a:prstGeom prst="line">
            <a:avLst/>
          </a:prstGeom>
          <a:ln w="10478">
            <a:solidFill>
              <a:srgbClr val="1C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edido-methods"/>
          <p:cNvSpPr/>
          <p:nvPr/>
        </p:nvSpPr>
        <p:spPr>
          <a:xfrm>
            <a:off x="13287240" y="8639280"/>
            <a:ext cx="2190240" cy="9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t">
            <a:norm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calcular_total()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confirmar()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finalizar()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cancelar()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+ __str__()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diagram-title"/>
          <p:cNvSpPr/>
          <p:nvPr/>
        </p:nvSpPr>
        <p:spPr>
          <a:xfrm>
            <a:off x="324000" y="171360"/>
            <a:ext cx="74293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fontScale="55000" lnSpcReduction="19999"/>
          </a:bodyPr>
          <a:p>
            <a:pPr>
              <a:lnSpc>
                <a:spcPct val="100000"/>
              </a:lnSpc>
            </a:pPr>
            <a:r>
              <a:rPr lang="pt-BR" sz="3750" b="1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Diagrama de Classes (UML) - whatsapp-order-automation</a:t>
            </a:r>
            <a:endParaRPr lang="pt-BR" sz="3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user-group-label"/>
          <p:cNvSpPr/>
          <p:nvPr/>
        </p:nvSpPr>
        <p:spPr>
          <a:xfrm>
            <a:off x="1266840" y="5762520"/>
            <a:ext cx="85680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groups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user-group-user-multiplicity"/>
          <p:cNvSpPr/>
          <p:nvPr/>
        </p:nvSpPr>
        <p:spPr>
          <a:xfrm>
            <a:off x="1428840" y="466740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user-group-group-multiplicity"/>
          <p:cNvSpPr/>
          <p:nvPr/>
        </p:nvSpPr>
        <p:spPr>
          <a:xfrm>
            <a:off x="1438200" y="638172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user-permission-label"/>
          <p:cNvSpPr/>
          <p:nvPr/>
        </p:nvSpPr>
        <p:spPr>
          <a:xfrm>
            <a:off x="3333600" y="5762520"/>
            <a:ext cx="142848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user_permissions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user-permission-user-multiplicity"/>
          <p:cNvSpPr/>
          <p:nvPr/>
        </p:nvSpPr>
        <p:spPr>
          <a:xfrm>
            <a:off x="3772080" y="466740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user-permission-permission-multiplicity"/>
          <p:cNvSpPr/>
          <p:nvPr/>
        </p:nvSpPr>
        <p:spPr>
          <a:xfrm>
            <a:off x="3867120" y="638172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roup-permission-label"/>
          <p:cNvSpPr/>
          <p:nvPr/>
        </p:nvSpPr>
        <p:spPr>
          <a:xfrm>
            <a:off x="2324160" y="8163000"/>
            <a:ext cx="97128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permissions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roup-permission-group-multiplicity"/>
          <p:cNvSpPr/>
          <p:nvPr/>
        </p:nvSpPr>
        <p:spPr>
          <a:xfrm>
            <a:off x="1230840" y="788112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roup-permission-permission-multiplicity"/>
          <p:cNvSpPr/>
          <p:nvPr/>
        </p:nvSpPr>
        <p:spPr>
          <a:xfrm>
            <a:off x="3570840" y="806112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user-empresa-label"/>
          <p:cNvSpPr/>
          <p:nvPr/>
        </p:nvSpPr>
        <p:spPr>
          <a:xfrm>
            <a:off x="6599160" y="2438280"/>
            <a:ext cx="78084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conta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user-empresa-user-multiplicity"/>
          <p:cNvSpPr/>
          <p:nvPr/>
        </p:nvSpPr>
        <p:spPr>
          <a:xfrm>
            <a:off x="4562640" y="288000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user-empresa-empresa-multiplicity"/>
          <p:cNvSpPr/>
          <p:nvPr/>
        </p:nvSpPr>
        <p:spPr>
          <a:xfrm>
            <a:off x="9150840" y="248112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empresa-categoria-label"/>
          <p:cNvSpPr/>
          <p:nvPr/>
        </p:nvSpPr>
        <p:spPr>
          <a:xfrm>
            <a:off x="8286840" y="3666960"/>
            <a:ext cx="83772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possui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empresa-categoria-empresa-multiplicity"/>
          <p:cNvSpPr/>
          <p:nvPr/>
        </p:nvSpPr>
        <p:spPr>
          <a:xfrm>
            <a:off x="10029960" y="328608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empresa-categoria-categoria-multiplicity"/>
          <p:cNvSpPr/>
          <p:nvPr/>
        </p:nvSpPr>
        <p:spPr>
          <a:xfrm>
            <a:off x="7486560" y="392436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empresa-cliente-label"/>
          <p:cNvSpPr/>
          <p:nvPr/>
        </p:nvSpPr>
        <p:spPr>
          <a:xfrm>
            <a:off x="12706200" y="3666960"/>
            <a:ext cx="83772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possui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empresa-cliente-empresa-multiplicity"/>
          <p:cNvSpPr/>
          <p:nvPr/>
        </p:nvSpPr>
        <p:spPr>
          <a:xfrm>
            <a:off x="12077640" y="328608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empresa-cliente-cliente-multiplicity"/>
          <p:cNvSpPr/>
          <p:nvPr/>
        </p:nvSpPr>
        <p:spPr>
          <a:xfrm>
            <a:off x="14163840" y="392436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ategoria-produto-label"/>
          <p:cNvSpPr/>
          <p:nvPr/>
        </p:nvSpPr>
        <p:spPr>
          <a:xfrm>
            <a:off x="7486560" y="6676920"/>
            <a:ext cx="83772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possui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ategoria-produto-categoria-multiplicity"/>
          <p:cNvSpPr/>
          <p:nvPr/>
        </p:nvSpPr>
        <p:spPr>
          <a:xfrm>
            <a:off x="7477200" y="586728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ategoria-produto-produto-multiplicity"/>
          <p:cNvSpPr/>
          <p:nvPr/>
        </p:nvSpPr>
        <p:spPr>
          <a:xfrm>
            <a:off x="7477200" y="735336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cliente-pedido-label"/>
          <p:cNvSpPr/>
          <p:nvPr/>
        </p:nvSpPr>
        <p:spPr>
          <a:xfrm>
            <a:off x="14449320" y="6629400"/>
            <a:ext cx="78084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realiza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liente-pedido-cliente-multiplicity"/>
          <p:cNvSpPr/>
          <p:nvPr/>
        </p:nvSpPr>
        <p:spPr>
          <a:xfrm>
            <a:off x="14066640" y="608040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liente-pedido-pedido-multiplicity"/>
          <p:cNvSpPr/>
          <p:nvPr/>
        </p:nvSpPr>
        <p:spPr>
          <a:xfrm>
            <a:off x="14001840" y="714384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roduto-item-label"/>
          <p:cNvSpPr/>
          <p:nvPr/>
        </p:nvSpPr>
        <p:spPr>
          <a:xfrm>
            <a:off x="8782200" y="9944280"/>
            <a:ext cx="79992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produto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roduto-item-produto-multiplicity"/>
          <p:cNvSpPr/>
          <p:nvPr/>
        </p:nvSpPr>
        <p:spPr>
          <a:xfrm>
            <a:off x="8460000" y="968112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roduto-item-item-multiplicity"/>
          <p:cNvSpPr/>
          <p:nvPr/>
        </p:nvSpPr>
        <p:spPr>
          <a:xfrm>
            <a:off x="11340000" y="954000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edido-item-label"/>
          <p:cNvSpPr/>
          <p:nvPr/>
        </p:nvSpPr>
        <p:spPr>
          <a:xfrm>
            <a:off x="12744360" y="6896160"/>
            <a:ext cx="78084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contém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edido-item-pedido-multiplicity"/>
          <p:cNvSpPr/>
          <p:nvPr/>
        </p:nvSpPr>
        <p:spPr>
          <a:xfrm>
            <a:off x="13258800" y="718200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edido-item-item-multiplicity"/>
          <p:cNvSpPr/>
          <p:nvPr/>
        </p:nvSpPr>
        <p:spPr>
          <a:xfrm>
            <a:off x="11413800" y="7530120"/>
            <a:ext cx="209160" cy="21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19080" rIns="38160" bIns="19080" anchor="ctr">
            <a:normAutofit lnSpcReduction="9999"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1C1C1C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2026-08-18T13:03:57Z</dcterms:created>
  <dc:creator>Walnut Exporter</dc:creator>
  <dc:description/>
  <dc:language>pt-BR</dc:language>
  <cp:lastModifiedBy/>
  <dcterms:modified xsi:type="dcterms:W3CDTF">2026-08-18T10:11:06Z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